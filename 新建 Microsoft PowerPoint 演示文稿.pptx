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8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AD5B79-7F38-B8DB-EE86-6466725842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0FD08FC-1DC3-B766-6CE2-E564A7646D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9870B6-88D6-FE23-F3E3-F16557C0F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3D2B37-4D31-B1E5-6816-0584E6D19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33FB46-CF96-3A38-2FA3-196F06B51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796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1F0518-BE19-680F-734C-220563B45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5E699F-00F2-70C9-F669-487D9EE2E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2FC91B-DD09-9B8C-25B4-FA400268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960F0E-FC94-DB21-11C2-0CC516B19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BB568-1E4D-CFB5-B88E-69993A587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7293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A1CD3C-2D75-AC43-BCDA-7563C6EEE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4C83790-52B5-0DEA-85F5-B32D93E0E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D719CE-8638-501D-A954-A87996753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362326-F8FA-26F3-485D-B59B89EC8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FEAE698-5F64-F8A6-3890-649C99B0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248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C97714-C640-34D9-1E78-114DE69D8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BE0523-50E9-EAFE-34E2-71560BB49E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59A6471-F85C-7078-B598-E3971EC5AE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5167AF-5A2D-B7D1-3131-30136DDA3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9E5C4FA-03EC-926F-A92C-9695EFF79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5FCAB21-2D5E-CE1A-92AE-6D8A2FE13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28415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7EDA8E-BCD9-2202-A3AA-AAA504195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3A9CF-3919-38BC-A110-63424E88B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75D4A7B-7634-8AFE-4F46-29F3766096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4E508A0-C73C-6580-D518-DDD6C3E444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05280FA-DE54-D91C-9C80-519DD36FB8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5C24C2E-9E7F-BE54-9672-EF839847E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71E444E-776F-CC27-553B-9B2F93A41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F03A597-D213-7DE8-F814-705A6B40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5578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5E35BF-17DC-D71F-E12E-EAF652ABC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02807DE-7C36-E3A8-E5BC-213069D4F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AEA64EA-A905-B38C-96DF-F8F53807A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02D6F53-8009-AE64-625D-30C460017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6679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BB3AD8C-2244-3229-1CD0-C858258F0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C895C0F-CEEE-F0D1-0951-A4F08778C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833E818-FBF2-6CAE-B736-02978E600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0161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A8084F-44D7-B10A-650B-F29AD81B6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6F02FA-0723-F90D-7397-372FDD81E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FA9375-0C15-1F79-3DC6-9BD8A68AE6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71D0EB6-0885-148C-A41A-D6111D6E1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F50587C-A51A-E43B-DF13-788B7AE0A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5E660A-72EB-4CAE-9621-09DE7821B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7884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F6FFCC-DDDB-FC7F-332F-DDF26BC93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75FAA0-CED6-E15D-D033-6B61F42161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3128A9F-1F06-45D4-8DEB-F7568EC23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6812CB0-4428-1865-D426-222C583CC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07BA43F-08BB-3546-BF97-F04A66E2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AF45D-730F-C9D6-2284-45BA612A3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230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0A8F6C-9093-B9C6-D61D-003845EB9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EDAA8AC-BB63-9579-1913-81E9363C2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A74212-07C3-9187-43BA-D25C3168C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2AB336-2842-5EA9-46A0-175BC3545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AC8A29-EC9A-3D3E-6848-18B9ACA0D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6633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582266A-93A8-C05A-6481-A9DF11AA92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A98CBF-136A-317A-949E-15945CD2B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EC0070-ACC4-DC29-A7B9-51351D975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B2700D-558C-3AAE-A16D-8BF1AEB8E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3B95C2-4931-C31B-4D02-B50362023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5105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1679FE9-4C8C-EBFF-EC3C-F43F10C83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BC03DAD-81B6-A7BC-FA3C-36D80550D1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461BC6-BD82-5CA6-E964-319AFDF93C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63DA05-545B-4A44-80C5-AE6D251B8231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17084F-F4E6-143A-68D8-1C54C843B7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8CD241-61E2-D709-5B00-DC75BE0F7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32AD7-0E6A-4BD1-89F3-CC8F020F0A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6508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385485-8DD0-3210-B14F-7BFD208683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123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F93EFF9-DBAD-0A5D-7A46-EE4C007E36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364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宽屏</PresentationFormat>
  <Paragraphs>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123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n24@365mso.com</dc:creator>
  <cp:lastModifiedBy>n24@365mso.com</cp:lastModifiedBy>
  <cp:revision>2</cp:revision>
  <dcterms:created xsi:type="dcterms:W3CDTF">2026-07-13T17:01:59Z</dcterms:created>
  <dcterms:modified xsi:type="dcterms:W3CDTF">2026-07-13T17:02:16Z</dcterms:modified>
</cp:coreProperties>
</file>
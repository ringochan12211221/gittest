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D5B79-7F38-B8DB-EE86-646672584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FD08FC-1DC3-B766-6CE2-E564A7646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870B6-88D6-FE23-F3E3-F16557C0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D2B37-4D31-B1E5-6816-0584E6D1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3FB46-CF96-3A38-2FA3-196F06B5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79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F0518-BE19-680F-734C-220563B4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5E699F-00F2-70C9-F669-487D9EE2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FC91B-DD09-9B8C-25B4-FA400268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60F0E-FC94-DB21-11C2-0CC516B1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BB568-1E4D-CFB5-B88E-69993A58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9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1CD3C-2D75-AC43-BCDA-7563C6EE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C83790-52B5-0DEA-85F5-B32D93E0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719CE-8638-501D-A954-A8799675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62326-F8FA-26F3-485D-B59B89EC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AE698-5F64-F8A6-3890-649C99B0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48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97714-C640-34D9-1E78-114DE69D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E0523-50E9-EAFE-34E2-71560BB49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9A6471-F85C-7078-B598-E3971EC5A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5167AF-5A2D-B7D1-3131-30136DDA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5C4FA-03EC-926F-A92C-9695EFF7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FCAB21-2D5E-CE1A-92AE-6D8A2FE1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41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EDA8E-BCD9-2202-A3AA-AAA50419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23A9CF-3919-38BC-A110-63424E88B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5D4A7B-7634-8AFE-4F46-29F376609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E508A0-C73C-6580-D518-DDD6C3E44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5280FA-DE54-D91C-9C80-519DD36FB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C24C2E-9E7F-BE54-9672-EF839847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1E444E-776F-CC27-553B-9B2F93A4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03A597-D213-7DE8-F814-705A6B4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57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E35BF-17DC-D71F-E12E-EAF652AB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2807DE-7C36-E3A8-E5BC-213069D4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EA64EA-A905-B38C-96DF-F8F53807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2D6F53-8009-AE64-625D-30C46001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67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B3AD8C-2244-3229-1CD0-C858258F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895C0F-CEEE-F0D1-0951-A4F08778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33E818-FBF2-6CAE-B736-02978E60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16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8084F-44D7-B10A-650B-F29AD81B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6F02FA-0723-F90D-7397-372FDD81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FA9375-0C15-1F79-3DC6-9BD8A68AE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D0EB6-0885-148C-A41A-D6111D6E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50587C-A51A-E43B-DF13-788B7AE0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5E660A-72EB-4CAE-9621-09DE782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4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6FFCC-DDDB-FC7F-332F-DDF26BC9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75FAA0-CED6-E15D-D033-6B61F4216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128A9F-1F06-45D4-8DEB-F7568EC23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812CB0-4428-1865-D426-222C583C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7BA43F-08BB-3546-BF97-F04A66E2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AF45D-730F-C9D6-2284-45BA612A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3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A8F6C-9093-B9C6-D61D-003845E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DAA8AC-BB63-9579-1913-81E9363C2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74212-07C3-9187-43BA-D25C3168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AB336-2842-5EA9-46A0-175BC354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C8A29-EC9A-3D3E-6848-18B9ACA0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63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82266A-93A8-C05A-6481-A9DF11AA9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A98CBF-136A-317A-949E-15945CD2B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C0070-ACC4-DC29-A7B9-51351D97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2700D-558C-3AAE-A16D-8BF1AEB8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B95C2-4931-C31B-4D02-B5036202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10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679FE9-4C8C-EBFF-EC3C-F43F10C8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C03DAD-81B6-A7BC-FA3C-36D80550D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61BC6-BD82-5CA6-E964-319AFDF93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3DA05-545B-4A44-80C5-AE6D251B8231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7084F-F4E6-143A-68D8-1C54C843B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8CD241-61E2-D709-5B00-DC75BE0F7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32AD7-0E6A-4BD1-89F3-CC8F020F0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0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85485-8DD0-3210-B14F-7BFD208683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123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3EFF9-DBAD-0A5D-7A46-EE4C007E3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123123123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123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n24@365mso.com</dc:creator>
  <cp:lastModifiedBy>n24@365mso.com</cp:lastModifiedBy>
  <cp:revision>3</cp:revision>
  <dcterms:created xsi:type="dcterms:W3CDTF">2026-07-13T17:01:59Z</dcterms:created>
  <dcterms:modified xsi:type="dcterms:W3CDTF">2026-07-13T17:11:07Z</dcterms:modified>
</cp:coreProperties>
</file>